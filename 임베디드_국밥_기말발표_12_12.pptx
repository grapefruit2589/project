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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core-properties" Target="docProps/core.xml"></Relationship><Relationship Id="rId3" Type="http://schemas.openxmlformats.org/officeDocument/2006/relationships/extended-properties" Target="docProps/app.xml"></Relationship><Relationship Id="rId4" Type="http://schemas.openxmlformats.org/package/2006/relationships/metadata/thumbnail" Target="docProps/thumbnail.jpeg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saveSubsetFonts="1">
  <p:sldMasterIdLst>
    <p:sldMasterId id="2147483662" r:id="rId13"/>
  </p:sldMasterIdLst>
  <p:sldIdLst>
    <p:sldId id="256" r:id="rId15"/>
    <p:sldId id="257" r:id="rId16"/>
    <p:sldId id="258" r:id="rId17"/>
    <p:sldId id="259" r:id="rId18"/>
    <p:sldId id="260" r:id="rId19"/>
    <p:sldId id="261" r:id="rId20"/>
    <p:sldId id="262" r:id="rId21"/>
    <p:sldId id="263" r:id="rId22"/>
    <p:sldId id="264" r:id="rId23"/>
    <p:sldId id="265" r:id="rId24"/>
    <p:sldId id="266" r:id="rId25"/>
    <p:sldId id="267" r:id="rId26"/>
    <p:sldId id="268" r:id="rId27"/>
    <p:sldId id="269" r:id="rId28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0" orient="horz" pos="2158" userDrawn="1">
          <p15:clr>
            <a:srgbClr val="A4A3A4"/>
          </p15:clr>
        </p15:guide>
        <p15:guide id="1" pos="287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napToGrid="1" snapToObjects="1">
      <p:cViewPr varScale="1">
        <p:scale>
          <a:sx n="74" d="100"/>
          <a:sy n="74" d="100"/>
        </p:scale>
        <p:origin x="-1092" y="-90"/>
      </p:cViewPr>
      <p:guideLst>
        <p:guide orient="horz" pos="2158"/>
        <p:guide pos="287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
<Relationships xmlns="http://schemas.openxmlformats.org/package/2006/relationships"><Relationship Id="rId1" Type="http://schemas.openxmlformats.org/officeDocument/2006/relationships/tableStyles" Target="tableStyles.xml"></Relationship><Relationship Id="rId13" Type="http://schemas.openxmlformats.org/officeDocument/2006/relationships/slideMaster" Target="slideMasters/slideMaster1.xml"></Relationship><Relationship Id="rId14" Type="http://schemas.openxmlformats.org/officeDocument/2006/relationships/theme" Target="theme/theme1.xml"></Relationship><Relationship Id="rId15" Type="http://schemas.openxmlformats.org/officeDocument/2006/relationships/slide" Target="slides/slide1.xml"></Relationship><Relationship Id="rId16" Type="http://schemas.openxmlformats.org/officeDocument/2006/relationships/slide" Target="slides/slide2.xml"></Relationship><Relationship Id="rId17" Type="http://schemas.openxmlformats.org/officeDocument/2006/relationships/slide" Target="slides/slide3.xml"></Relationship><Relationship Id="rId18" Type="http://schemas.openxmlformats.org/officeDocument/2006/relationships/slide" Target="slides/slide4.xml"></Relationship><Relationship Id="rId19" Type="http://schemas.openxmlformats.org/officeDocument/2006/relationships/slide" Target="slides/slide5.xml"></Relationship><Relationship Id="rId20" Type="http://schemas.openxmlformats.org/officeDocument/2006/relationships/slide" Target="slides/slide6.xml"></Relationship><Relationship Id="rId21" Type="http://schemas.openxmlformats.org/officeDocument/2006/relationships/slide" Target="slides/slide7.xml"></Relationship><Relationship Id="rId22" Type="http://schemas.openxmlformats.org/officeDocument/2006/relationships/slide" Target="slides/slide8.xml"></Relationship><Relationship Id="rId23" Type="http://schemas.openxmlformats.org/officeDocument/2006/relationships/slide" Target="slides/slide9.xml"></Relationship><Relationship Id="rId24" Type="http://schemas.openxmlformats.org/officeDocument/2006/relationships/slide" Target="slides/slide10.xml"></Relationship><Relationship Id="rId25" Type="http://schemas.openxmlformats.org/officeDocument/2006/relationships/slide" Target="slides/slide11.xml"></Relationship><Relationship Id="rId26" Type="http://schemas.openxmlformats.org/officeDocument/2006/relationships/slide" Target="slides/slide12.xml"></Relationship><Relationship Id="rId27" Type="http://schemas.openxmlformats.org/officeDocument/2006/relationships/slide" Target="slides/slide13.xml"></Relationship><Relationship Id="rId28" Type="http://schemas.openxmlformats.org/officeDocument/2006/relationships/slide" Target="slides/slide14.xml"></Relationship><Relationship Id="rId29" Type="http://schemas.openxmlformats.org/officeDocument/2006/relationships/viewProps" Target="viewProps.xml"></Relationship><Relationship Id="rId30" Type="http://schemas.openxmlformats.org/officeDocument/2006/relationships/presProps" Target="presProps.xml"></Relationship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Relationship Id="rId8" Target="../media/image1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png" Type="http://schemas.openxmlformats.org/officeDocument/2006/relationships/image"/><Relationship Id="rId2" Target="../media/image11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23.png" Type="http://schemas.openxmlformats.org/officeDocument/2006/relationships/image"/><Relationship Id="rId7" Target="../media/image24.png" Type="http://schemas.openxmlformats.org/officeDocument/2006/relationships/image"/><Relationship Id="rId8" Target="../media/image25.png" Type="http://schemas.openxmlformats.org/officeDocument/2006/relationships/image"/><Relationship Id="rId9" Target="../media/image2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28.png" Type="http://schemas.openxmlformats.org/officeDocument/2006/relationships/image"/><Relationship Id="rId4" Target="../media/image29.png" Type="http://schemas.openxmlformats.org/officeDocument/2006/relationships/image"/><Relationship Id="rId5" Target="../media/image3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31.png" Type="http://schemas.openxmlformats.org/officeDocument/2006/relationships/image"/><Relationship Id="rId4" Target="../media/image32.png" Type="http://schemas.openxmlformats.org/officeDocument/2006/relationships/image"/><Relationship Id="rId5" Target="../media/image33.png" Type="http://schemas.openxmlformats.org/officeDocument/2006/relationships/image"/><Relationship Id="rId6" Target="../media/image34.png" Type="http://schemas.openxmlformats.org/officeDocument/2006/relationships/image"/><Relationship Id="rId7" Target="../media/image35.png" Type="http://schemas.openxmlformats.org/officeDocument/2006/relationships/image"/><Relationship Id="rId8" Target="../media/image36.png" Type="http://schemas.openxmlformats.org/officeDocument/2006/relationships/image"/><Relationship Id="rId9" Target="../media/image3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38.png" Type="http://schemas.openxmlformats.org/officeDocument/2006/relationships/image"/><Relationship Id="rId4" Target="../media/image39.png" Type="http://schemas.openxmlformats.org/officeDocument/2006/relationships/image"/><Relationship Id="rId5" Target="../media/image40.png" Type="http://schemas.openxmlformats.org/officeDocument/2006/relationships/image"/><Relationship Id="rId6" Target="../media/image4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42.png" Type="http://schemas.openxmlformats.org/officeDocument/2006/relationships/image"/><Relationship Id="rId4" Target="../media/image39.png" Type="http://schemas.openxmlformats.org/officeDocument/2006/relationships/image"/><Relationship Id="rId5" Target="../media/image4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1.png" Type="http://schemas.openxmlformats.org/officeDocument/2006/relationships/image"/><Relationship Id="rId11" Target="../media/image52.png" Type="http://schemas.openxmlformats.org/officeDocument/2006/relationships/image"/><Relationship Id="rId12" Target="../media/image53.png" Type="http://schemas.openxmlformats.org/officeDocument/2006/relationships/image"/><Relationship Id="rId2" Target="../media/image11.png" Type="http://schemas.openxmlformats.org/officeDocument/2006/relationships/image"/><Relationship Id="rId3" Target="../media/image44.png" Type="http://schemas.openxmlformats.org/officeDocument/2006/relationships/image"/><Relationship Id="rId4" Target="../media/image45.png" Type="http://schemas.openxmlformats.org/officeDocument/2006/relationships/image"/><Relationship Id="rId5" Target="../media/image46.png" Type="http://schemas.openxmlformats.org/officeDocument/2006/relationships/image"/><Relationship Id="rId6" Target="../media/image47.png" Type="http://schemas.openxmlformats.org/officeDocument/2006/relationships/image"/><Relationship Id="rId7" Target="../media/image48.png" Type="http://schemas.openxmlformats.org/officeDocument/2006/relationships/image"/><Relationship Id="rId8" Target="../media/image49.png" Type="http://schemas.openxmlformats.org/officeDocument/2006/relationships/image"/><Relationship Id="rId9" Target="../media/image5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7.png" Type="http://schemas.openxmlformats.org/officeDocument/2006/relationships/image"/><Relationship Id="rId2" Target="../media/image11.png" Type="http://schemas.openxmlformats.org/officeDocument/2006/relationships/image"/><Relationship Id="rId3" Target="../media/image44.png" Type="http://schemas.openxmlformats.org/officeDocument/2006/relationships/image"/><Relationship Id="rId4" Target="../media/image46.png" Type="http://schemas.openxmlformats.org/officeDocument/2006/relationships/image"/><Relationship Id="rId5" Target="../media/image54.png" Type="http://schemas.openxmlformats.org/officeDocument/2006/relationships/image"/><Relationship Id="rId6" Target="../media/image50.png" Type="http://schemas.openxmlformats.org/officeDocument/2006/relationships/image"/><Relationship Id="rId7" Target="../media/image55.png" Type="http://schemas.openxmlformats.org/officeDocument/2006/relationships/image"/><Relationship Id="rId8" Target="../media/image52.png" Type="http://schemas.openxmlformats.org/officeDocument/2006/relationships/image"/><Relationship Id="rId9" Target="../media/image5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1.png" Type="http://schemas.openxmlformats.org/officeDocument/2006/relationships/image"/><Relationship Id="rId2" Target="../media/image11.png" Type="http://schemas.openxmlformats.org/officeDocument/2006/relationships/image"/><Relationship Id="rId3" Target="../media/image44.png" Type="http://schemas.openxmlformats.org/officeDocument/2006/relationships/image"/><Relationship Id="rId4" Target="../media/image46.png" Type="http://schemas.openxmlformats.org/officeDocument/2006/relationships/image"/><Relationship Id="rId5" Target="../media/image58.png" Type="http://schemas.openxmlformats.org/officeDocument/2006/relationships/image"/><Relationship Id="rId6" Target="../media/image50.png" Type="http://schemas.openxmlformats.org/officeDocument/2006/relationships/image"/><Relationship Id="rId7" Target="../media/image59.png" Type="http://schemas.openxmlformats.org/officeDocument/2006/relationships/image"/><Relationship Id="rId8" Target="../media/image52.png" Type="http://schemas.openxmlformats.org/officeDocument/2006/relationships/image"/><Relationship Id="rId9" Target="../media/image60.png" Type="http://schemas.openxmlformats.org/officeDocument/2006/relationships/image"/></Relationships>
</file>

<file path=ppt/slides/_rels/slide12.xml.rels><?xml version="1.0" encoding="UTF-8"?>
<Relationships xmlns="http://schemas.openxmlformats.org/package/2006/relationships"><Relationship Id="rId10" Type="http://schemas.openxmlformats.org/officeDocument/2006/relationships/image" Target="../media/image68.png"></Relationship><Relationship Id="rId11" Type="http://schemas.openxmlformats.org/officeDocument/2006/relationships/image" Target="../media/image69.png"></Relationship><Relationship Id="rId12" Type="http://schemas.openxmlformats.org/officeDocument/2006/relationships/image" Target="../media/image70.png"></Relationship><Relationship Id="rId13" Type="http://schemas.openxmlformats.org/officeDocument/2006/relationships/image" Target="../media/image71.png"></Relationship><Relationship Id="rId14" Type="http://schemas.openxmlformats.org/officeDocument/2006/relationships/image" Target="../media/image72.png"></Relationship><Relationship Id="rId2" Type="http://schemas.openxmlformats.org/officeDocument/2006/relationships/image" Target="../media/image62.png"></Relationship><Relationship Id="rId3" Type="http://schemas.openxmlformats.org/officeDocument/2006/relationships/image" Target="../media/image46.png"></Relationship><Relationship Id="rId4" Type="http://schemas.openxmlformats.org/officeDocument/2006/relationships/image" Target="../media/image63.png"></Relationship><Relationship Id="rId5" Type="http://schemas.openxmlformats.org/officeDocument/2006/relationships/image" Target="../media/image64.png"></Relationship><Relationship Id="rId6" Type="http://schemas.openxmlformats.org/officeDocument/2006/relationships/image" Target="../media/image50.png"></Relationship><Relationship Id="rId7" Type="http://schemas.openxmlformats.org/officeDocument/2006/relationships/image" Target="../media/image65.png"></Relationship><Relationship Id="rId8" Type="http://schemas.openxmlformats.org/officeDocument/2006/relationships/image" Target="../media/image66.png"></Relationship><Relationship Id="rId9" Type="http://schemas.openxmlformats.org/officeDocument/2006/relationships/image" Target="../media/image67.png"></Relationship><Relationship Id="rId15" Type="http://schemas.openxmlformats.org/officeDocument/2006/relationships/slideLayout" Target="../slideLayouts/slideLayout7.xml"></Relationship></Relationships>
</file>

<file path=ppt/slides/_rels/slide13.xml.rels><?xml version="1.0" encoding="UTF-8"?>
<Relationships xmlns="http://schemas.openxmlformats.org/package/2006/relationships"><Relationship Id="rId2" Type="http://schemas.openxmlformats.org/officeDocument/2006/relationships/image" Target="../media/image73.png"></Relationship><Relationship Id="rId3" Type="http://schemas.openxmlformats.org/officeDocument/2006/relationships/image" Target="../media/image46.png"></Relationship><Relationship Id="rId4" Type="http://schemas.openxmlformats.org/officeDocument/2006/relationships/image" Target="../media/image50.png"></Relationship><Relationship Id="rId5" Type="http://schemas.openxmlformats.org/officeDocument/2006/relationships/image" Target="../media/image74.png"></Relationship><Relationship Id="rId7" Type="http://schemas.openxmlformats.org/officeDocument/2006/relationships/image" Target="../media/image76.png"></Relationship><Relationship Id="rId8" Type="http://schemas.openxmlformats.org/officeDocument/2006/relationships/image" Target="../media/fImage1376513741.png"></Relationship><Relationship Id="rId9" Type="http://schemas.openxmlformats.org/officeDocument/2006/relationships/image" Target="../media/fImage210213841.png"></Relationship><Relationship Id="rId10" Type="http://schemas.openxmlformats.org/officeDocument/2006/relationships/slideLayout" Target="../slideLayouts/slideLayout7.xml"></Relationship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2E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50900" y="863600"/>
            <a:ext cx="16573500" cy="85725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309968900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63600" y="5664200"/>
            <a:ext cx="165735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436100" y="5575300"/>
            <a:ext cx="6654800" cy="927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54100" y="3644900"/>
            <a:ext cx="13957300" cy="39116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-900000">
            <a:off x="14185900" y="6794500"/>
            <a:ext cx="1778000" cy="1778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-900000">
            <a:off x="14351000" y="6934200"/>
            <a:ext cx="1447800" cy="15240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-11700000">
            <a:off x="14351000" y="7759700"/>
            <a:ext cx="190500" cy="2159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-11700000">
            <a:off x="15646400" y="7404100"/>
            <a:ext cx="190500" cy="215900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874500" y="3314700"/>
            <a:ext cx="1689100" cy="16891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-900000">
            <a:off x="14554200" y="7378700"/>
            <a:ext cx="1308100" cy="7112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90500" y="-38100"/>
            <a:ext cx="5664200" cy="25019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2E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14400" y="1333500"/>
            <a:ext cx="16510000" cy="8343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343400" y="-825500"/>
            <a:ext cx="10210800" cy="50546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3225800" y="1333500"/>
            <a:ext cx="20205700" cy="8610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2E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14400" y="1333500"/>
            <a:ext cx="16510000" cy="8343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14097000" y="12700"/>
            <a:ext cx="28194000" cy="2184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756400" y="2336800"/>
            <a:ext cx="4762500" cy="5600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44600" y="2349500"/>
            <a:ext cx="4762500" cy="5600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204700" y="2349500"/>
            <a:ext cx="4762500" cy="5600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89000" y="1282700"/>
            <a:ext cx="16510000" cy="8343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14400" y="2311400"/>
            <a:ext cx="5562600" cy="6172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362700" y="2336800"/>
            <a:ext cx="5562600" cy="61722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760200" y="2336800"/>
            <a:ext cx="5562600" cy="6172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473200" y="2806700"/>
            <a:ext cx="4597400" cy="5651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537700" y="2794000"/>
            <a:ext cx="8737600" cy="52451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102100" y="2781300"/>
            <a:ext cx="8648700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2E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89000" y="1320800"/>
            <a:ext cx="16510000" cy="8343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6375400" y="3365500"/>
            <a:ext cx="21475700" cy="5930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8902700" y="1320800"/>
            <a:ext cx="22733000" cy="2108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5702300" y="0"/>
            <a:ext cx="23977600" cy="2209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871200" y="2616200"/>
            <a:ext cx="6172200" cy="61722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417300" y="3175000"/>
            <a:ext cx="5041900" cy="504190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845800" y="3670300"/>
            <a:ext cx="4622800" cy="46228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906500" y="3263900"/>
            <a:ext cx="3378200" cy="33782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9842500" y="8674100"/>
            <a:ext cx="7708900" cy="1511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2E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89000" y="1282700"/>
            <a:ext cx="16510000" cy="8343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01700" y="1193800"/>
            <a:ext cx="8128000" cy="2095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489200" y="3098800"/>
            <a:ext cx="13081000" cy="62103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5664200" y="0"/>
            <a:ext cx="23939500" cy="2209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2E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39800" y="1320800"/>
            <a:ext cx="16510000" cy="83439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879600" y="1727200"/>
            <a:ext cx="4191000" cy="72771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099300" y="1727200"/>
            <a:ext cx="4140200" cy="72517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153900" y="1727200"/>
            <a:ext cx="4165600" cy="72263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-4076700" y="25400"/>
            <a:ext cx="23190200" cy="2197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670300" y="8877300"/>
            <a:ext cx="1143000" cy="1016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763000" y="8877300"/>
            <a:ext cx="1143000" cy="10160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804900" y="8699500"/>
            <a:ext cx="952500" cy="1168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2E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76300" y="1460500"/>
            <a:ext cx="16510000" cy="83439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187700" y="2616200"/>
            <a:ext cx="4368800" cy="4368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5156200" y="139700"/>
            <a:ext cx="23698200" cy="2209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3403600" y="7137400"/>
            <a:ext cx="15125700" cy="2413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734300" y="2692400"/>
            <a:ext cx="8966200" cy="106299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2E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76300" y="1460500"/>
            <a:ext cx="16510000" cy="83439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496300" y="2971800"/>
            <a:ext cx="8216900" cy="5422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5156200" y="139700"/>
            <a:ext cx="23698200" cy="2209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16000" y="2489200"/>
            <a:ext cx="7607300" cy="93853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2E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89000" y="1320800"/>
            <a:ext cx="16510000" cy="8343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143000" y="2895600"/>
            <a:ext cx="15925800" cy="6477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87400" y="4356100"/>
            <a:ext cx="8001000" cy="4635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5537200" y="38100"/>
            <a:ext cx="23977600" cy="2197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69900" y="1600200"/>
            <a:ext cx="5295900" cy="1587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49300" y="4927600"/>
            <a:ext cx="9982200" cy="4025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41400" y="4940300"/>
            <a:ext cx="3276600" cy="45593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398000" y="4356100"/>
            <a:ext cx="8001000" cy="4635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730500" y="3886200"/>
            <a:ext cx="4127500" cy="9398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341100" y="3886200"/>
            <a:ext cx="4127500" cy="9398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7073900" y="2425700"/>
            <a:ext cx="4127500" cy="9398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9347200" y="4927600"/>
            <a:ext cx="10020300" cy="40259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804400" y="4940300"/>
            <a:ext cx="3276600" cy="45593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676400" y="3987800"/>
            <a:ext cx="5511800" cy="9779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0287000" y="3987800"/>
            <a:ext cx="5511800" cy="9779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6121400" y="2501900"/>
            <a:ext cx="5410200" cy="9779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2E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89000" y="1320800"/>
            <a:ext cx="16510000" cy="8343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143000" y="2895600"/>
            <a:ext cx="15925800" cy="6477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5537200" y="38100"/>
            <a:ext cx="23977600" cy="2197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95300" y="1600200"/>
            <a:ext cx="5257800" cy="1562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073900" y="2425700"/>
            <a:ext cx="4127500" cy="9398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74800" y="3505200"/>
            <a:ext cx="7835900" cy="5257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287000" y="3987800"/>
            <a:ext cx="5511800" cy="977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6540500" y="2501900"/>
            <a:ext cx="5016500" cy="9779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9639300" y="5346700"/>
            <a:ext cx="7620000" cy="2006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2E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89000" y="1320800"/>
            <a:ext cx="16510000" cy="8343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143000" y="2895600"/>
            <a:ext cx="15925800" cy="6477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5537200" y="38100"/>
            <a:ext cx="23977600" cy="2197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69900" y="1600200"/>
            <a:ext cx="5321300" cy="1562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073900" y="2425700"/>
            <a:ext cx="4127500" cy="9398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74800" y="3835400"/>
            <a:ext cx="7708900" cy="4864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287000" y="3987800"/>
            <a:ext cx="5511800" cy="977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6324600" y="2501900"/>
            <a:ext cx="5194300" cy="9779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9982200" y="5092700"/>
            <a:ext cx="6819900" cy="3365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 xmlns:p14="http://schemas.microsoft.com/office/powerpoint/2010/main">
  <p:cSld>
    <p:bg>
      <p:bgPr>
        <a:solidFill>
          <a:srgbClr val="D2E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47700" y="2565400"/>
            <a:ext cx="8267700" cy="7264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5537200" y="38100"/>
            <a:ext cx="23977600" cy="2197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2336800" y="1574800"/>
            <a:ext cx="6261100" cy="1511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385300" y="2565400"/>
            <a:ext cx="8229600" cy="7264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578100" y="2095500"/>
            <a:ext cx="4127500" cy="939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557000" y="2095500"/>
            <a:ext cx="4127500" cy="9398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39800" y="3568700"/>
            <a:ext cx="7683500" cy="3149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728200" y="3416300"/>
            <a:ext cx="7556500" cy="4343400"/>
          </a:xfrm>
          <a:prstGeom prst="rect">
            <a:avLst/>
          </a:prstGeom>
        </p:spPr>
      </p:pic>
      <p:pic>
        <p:nvPicPr>
          <p:cNvPr id="13" name="Picture 13" descr="C:/Users/User/AppData/Roaming/PolarisOffice/ETemp/16584_19321000/image67.png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9436100" y="7797165"/>
            <a:ext cx="8154035" cy="38735"/>
          </a:xfrm>
          <a:prstGeom prst="rect"/>
          <a:noFill/>
        </p:spPr>
      </p:pic>
      <p:pic>
        <p:nvPicPr>
          <p:cNvPr id="15" name="Picture 1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749300" y="7772400"/>
            <a:ext cx="8089900" cy="381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77900" y="2159000"/>
            <a:ext cx="6134100" cy="9017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9956800" y="2171700"/>
            <a:ext cx="6070600" cy="8890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774700" y="7848600"/>
            <a:ext cx="3835400" cy="2590800"/>
          </a:xfrm>
          <a:prstGeom prst="rect">
            <a:avLst/>
          </a:prstGeom>
        </p:spPr>
      </p:pic>
      <p:pic>
        <p:nvPicPr>
          <p:cNvPr id="19" name="Picture 19" descr="C:/Users/User/AppData/Roaming/PolarisOffice/ETemp/16584_19321000/image72.png"/>
          <p:cNvPicPr>
            <a:picLocks noChangeAspect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162" b="62703"/>
          <a:stretch>
            <a:fillRect/>
          </a:stretch>
        </p:blipFill>
        <p:spPr>
          <a:xfrm rot="0">
            <a:off x="9630410" y="7951470"/>
            <a:ext cx="2911475" cy="116586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 xmlns:p14="http://schemas.microsoft.com/office/powerpoint/2010/main">
  <p:cSld>
    <p:bg>
      <p:bgPr>
        <a:solidFill>
          <a:srgbClr val="D2E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60400" y="2641600"/>
            <a:ext cx="16967200" cy="7264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5537200" y="38100"/>
            <a:ext cx="23977600" cy="2197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073900" y="2159000"/>
            <a:ext cx="4127500" cy="939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43000" y="3556000"/>
            <a:ext cx="11874500" cy="6096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715000" y="2247900"/>
            <a:ext cx="5854700" cy="977900"/>
          </a:xfrm>
          <a:prstGeom prst="rect">
            <a:avLst/>
          </a:prstGeom>
        </p:spPr>
      </p:pic>
      <p:pic>
        <p:nvPicPr>
          <p:cNvPr id="10" name="그림 1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35" t="-3374"/>
          <a:stretch>
            <a:fillRect/>
          </a:stretch>
        </p:blipFill>
        <p:spPr>
          <a:xfrm rot="0">
            <a:off x="9769475" y="4551045"/>
            <a:ext cx="7369175" cy="1127125"/>
          </a:xfrm>
          <a:prstGeom prst="rect"/>
          <a:noFill/>
        </p:spPr>
      </p:pic>
      <p:pic>
        <p:nvPicPr>
          <p:cNvPr id="11" name="그림 1" descr="C:/Users/User/AppData/Roaming/PolarisOffice/ETemp/20084_10067032/fImage210213841.png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9763760" y="3820795"/>
            <a:ext cx="5461635" cy="64198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2E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959100" y="4483100"/>
            <a:ext cx="20104100" cy="21463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Office Slide</Application>
  <AppVersion>12.000</AppVersion>
  <Characters>0</Characters>
  <CharactersWithSpaces>0</CharactersWithSpaces>
  <DocSecurity>0</DocSecurity>
  <HyperlinksChanged>false</HyperlinksChanged>
  <Lines>0</Lines>
  <LinksUpToDate>false</LinksUpToDate>
  <Pages>14</Pages>
  <Paragraphs>0</Paragraphs>
  <Words>0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cp:lastModifiedBy>0525kimks</cp:lastModifiedBy>
  <cp:version>10.105.224.52366</cp:version>
  <dcterms:modified xsi:type="dcterms:W3CDTF">2011-08-01T06:04:30Z</dcterms:modified>
</cp:coreProperties>
</file>